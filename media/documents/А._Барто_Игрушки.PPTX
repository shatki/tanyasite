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1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4DD65-E126-47B8-96BB-924B45F3B95A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E087D-B33F-4A4B-A60D-977F1035731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C24D9-42C0-4946-A146-E5A100DDEE33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3C6B8-FB5A-4D69-8EC7-6130F943822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9FCFF-7898-4F94-8DEB-3D12884AAAF6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D4DF6-74A6-49CA-B3D0-F2F497BDBB6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5955F-C35A-41BB-85E5-B8CC3738A37D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5FFBD-218F-41F1-80EB-546AB9C228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F4E9A-CF0B-48E2-9AD7-F21D00A96860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9067-0A01-48F5-A657-B76DD4EF434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99B4B-1EB7-44D6-82E8-D15CBB2E7FC7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74B6F-00D3-4F04-BB80-83790C74A21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B75D5-24AD-4D8E-9F50-60F66A0E8D1E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CDB9F-33E7-4097-BF7B-E637A9C61A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04B55-EB37-46A9-B8FD-7323C8734176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3CA0E-0EBE-4ED5-A250-C8A8862709E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C3EB2-DDA3-4B1B-BD10-45B40D608D47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E7E40-38C2-4DA6-8333-817E02FB50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C6A25-7B62-4F76-A8FC-88B2F30D68CE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5BA06-DD2A-4EB5-B0F8-60D8924D62C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9758F-6461-4C9A-BE2C-4F5E77FF4BEB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DEA042-323C-476F-9357-A2F8D9D5BA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46922CC-3539-49A3-975F-829DFD66C959}" type="datetimeFigureOut">
              <a:rPr lang="ru-RU"/>
              <a:pPr>
                <a:defRPr/>
              </a:pPr>
              <a:t>03.06.2012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00402C2-EDD4-4DC3-9A39-760CB8E925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3" descr="C:\Users\кал\Pictures\картинки\Sample Pictures\рамки\528foto12_52852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6675"/>
            <a:ext cx="9144000" cy="679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TextBox 9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5250" y="2041525"/>
            <a:ext cx="5688013" cy="3163888"/>
          </a:xfrm>
          <a:prstGeom prst="rect">
            <a:avLst/>
          </a:prstGeom>
          <a:noFill/>
        </p:spPr>
      </p:pic>
      <p:pic>
        <p:nvPicPr>
          <p:cNvPr id="13315" name="Рисунок 10" descr="im02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86125" y="0"/>
            <a:ext cx="1500188" cy="113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Рисунок 11" descr="im04.jpg"/>
          <p:cNvPicPr>
            <a:picLocks noChangeAspect="1"/>
          </p:cNvPicPr>
          <p:nvPr/>
        </p:nvPicPr>
        <p:blipFill>
          <a:blip r:embed="rId5"/>
          <a:srcRect b="14893"/>
          <a:stretch>
            <a:fillRect/>
          </a:stretch>
        </p:blipFill>
        <p:spPr bwMode="auto">
          <a:xfrm>
            <a:off x="1500188" y="0"/>
            <a:ext cx="17716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Рисунок 12" descr="im32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0"/>
            <a:ext cx="1500188" cy="113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Рисунок 13" descr="im29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786313" y="0"/>
            <a:ext cx="15081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9" name="Рисунок 14" descr="im25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286500" y="0"/>
            <a:ext cx="1500188" cy="113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0" name="Рисунок 15" descr="im21.jpg"/>
          <p:cNvPicPr>
            <a:picLocks noChangeAspect="1"/>
          </p:cNvPicPr>
          <p:nvPr/>
        </p:nvPicPr>
        <p:blipFill>
          <a:blip r:embed="rId9"/>
          <a:srcRect r="13637"/>
          <a:stretch>
            <a:fillRect/>
          </a:stretch>
        </p:blipFill>
        <p:spPr bwMode="auto">
          <a:xfrm>
            <a:off x="7786688" y="0"/>
            <a:ext cx="1357312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1" name="Рисунок 16" descr="im18.jp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071563" y="1143000"/>
            <a:ext cx="1428750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2" name="Рисунок 17" descr="im15.jp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500313" y="1143000"/>
            <a:ext cx="1428750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Рисунок 18" descr="im11.jp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643688" y="1143000"/>
            <a:ext cx="1319212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Рисунок 19" descr="im08.jp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5357813" y="1143000"/>
            <a:ext cx="1357312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5" name="Рисунок 20" descr="im06.jp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3929063" y="1143000"/>
            <a:ext cx="1414462" cy="107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Рисунок 1" descr="im0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Рисунок 1" descr="im0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Рисунок 1" descr="im0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Рисунок 1" descr="im0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Рисунок 1" descr="im0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Рисунок 1" descr="im0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Рисунок 1" descr="im0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Рисунок 1" descr="im0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Рисунок 1" descr="im0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Рисунок 1" descr="im1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Рисунок 1" descr="im1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Рисунок 1" descr="im1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Рисунок 1" descr="im1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Рисунок 1" descr="im1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Рисунок 1" descr="im1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Рисунок 1" descr="im1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Рисунок 1" descr="im1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Рисунок 1" descr="im1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Рисунок 1" descr="im1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Рисунок 1" descr="im2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Рисунок 1" descr="im2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Рисунок 1" descr="im2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Рисунок 1" descr="im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Рисунок 1" descr="im24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Рисунок 1" descr="im2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Рисунок 1" descr="im2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Рисунок 1" descr="im2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Рисунок 1" descr="im2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Рисунок 1" descr="im2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Рисунок 1" descr="im30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Рисунок 1" descr="im3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Рисунок 1" descr="im3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5" name="Рисунок 1" descr="im3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38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PresentationFormat>Экран (4:3)</PresentationFormat>
  <Paragraphs>0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Шаблон оформления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7" baseType="lpstr">
      <vt:lpstr>Calibri</vt:lpstr>
      <vt:lpstr>Arial</vt:lpstr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ЕЛЕНА</dc:creator>
  <cp:lastModifiedBy>КарМаН</cp:lastModifiedBy>
  <cp:revision>5</cp:revision>
  <dcterms:created xsi:type="dcterms:W3CDTF">2011-09-19T16:49:26Z</dcterms:created>
  <dcterms:modified xsi:type="dcterms:W3CDTF">2012-06-03T11:40:39Z</dcterms:modified>
</cp:coreProperties>
</file>